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8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7" name="组合 56"/>
          <p:cNvGrpSpPr/>
          <p:nvPr/>
        </p:nvGrpSpPr>
        <p:grpSpPr>
          <a:xfrm>
            <a:off x="593090" y="1229360"/>
            <a:ext cx="11031855" cy="4470400"/>
            <a:chOff x="624" y="1936"/>
            <a:chExt cx="17373" cy="7040"/>
          </a:xfrm>
        </p:grpSpPr>
        <p:grpSp>
          <p:nvGrpSpPr>
            <p:cNvPr id="17" name="组合 16"/>
            <p:cNvGrpSpPr/>
            <p:nvPr/>
          </p:nvGrpSpPr>
          <p:grpSpPr>
            <a:xfrm>
              <a:off x="624" y="1936"/>
              <a:ext cx="4560" cy="7041"/>
              <a:chOff x="2890" y="2406"/>
              <a:chExt cx="2913" cy="5632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2891" y="2406"/>
                <a:ext cx="2912" cy="56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同侧圆角矩形 15"/>
              <p:cNvSpPr/>
              <p:nvPr/>
            </p:nvSpPr>
            <p:spPr>
              <a:xfrm>
                <a:off x="2890" y="2406"/>
                <a:ext cx="2913" cy="1241"/>
              </a:xfrm>
              <a:prstGeom prst="round2SameRect">
                <a:avLst>
                  <a:gd name="adj1" fmla="val 35177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Module 1: 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Task and Data Splitting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5551" y="1936"/>
              <a:ext cx="3325" cy="7041"/>
              <a:chOff x="2890" y="2406"/>
              <a:chExt cx="2913" cy="5632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2891" y="2406"/>
                <a:ext cx="2912" cy="56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同侧圆角矩形 25"/>
              <p:cNvSpPr/>
              <p:nvPr/>
            </p:nvSpPr>
            <p:spPr>
              <a:xfrm>
                <a:off x="2890" y="2406"/>
                <a:ext cx="2913" cy="1241"/>
              </a:xfrm>
              <a:prstGeom prst="round2SameRect">
                <a:avLst>
                  <a:gd name="adj1" fmla="val 3016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Module 2: 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Feature Processing and C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alculation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0717" y="1936"/>
              <a:ext cx="7280" cy="7041"/>
              <a:chOff x="2890" y="2406"/>
              <a:chExt cx="2913" cy="5632"/>
            </a:xfrm>
          </p:grpSpPr>
          <p:sp>
            <p:nvSpPr>
              <p:cNvPr id="28" name="圆角矩形 27"/>
              <p:cNvSpPr/>
              <p:nvPr/>
            </p:nvSpPr>
            <p:spPr>
              <a:xfrm>
                <a:off x="2891" y="2406"/>
                <a:ext cx="2912" cy="56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同侧圆角矩形 28"/>
              <p:cNvSpPr/>
              <p:nvPr/>
            </p:nvSpPr>
            <p:spPr>
              <a:xfrm>
                <a:off x="2890" y="2406"/>
                <a:ext cx="2913" cy="124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Module 3: 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Advantage Correction and U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pdating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（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Meta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AdvantageHead</a:t>
                </a:r>
                <a:r>
                  <a:rPr lang="zh-CN" altLang="en-US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）</a:t>
                </a:r>
                <a:endParaRPr lang="zh-CN" alt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30" name="圆角矩形 29"/>
            <p:cNvSpPr/>
            <p:nvPr/>
          </p:nvSpPr>
          <p:spPr>
            <a:xfrm>
              <a:off x="852" y="5236"/>
              <a:ext cx="2202" cy="188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Greenhouse Control Task Fragment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6129" y="6330"/>
              <a:ext cx="2202" cy="231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Recurrent PPO Module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（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Base 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）</a:t>
              </a:r>
              <a:endPara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6124" y="3627"/>
              <a:ext cx="2202" cy="231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Context Encoder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States, Advantages, and Reward Statistics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3" name="肘形连接符 32"/>
            <p:cNvCxnSpPr/>
            <p:nvPr/>
          </p:nvCxnSpPr>
          <p:spPr>
            <a:xfrm flipV="1">
              <a:off x="3054" y="4378"/>
              <a:ext cx="3070" cy="1799"/>
            </a:xfrm>
            <a:prstGeom prst="bentConnector3">
              <a:avLst>
                <a:gd name="adj1" fmla="val 8338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肘形连接符 33"/>
            <p:cNvCxnSpPr>
              <a:endCxn id="31" idx="1"/>
            </p:cNvCxnSpPr>
            <p:nvPr/>
          </p:nvCxnSpPr>
          <p:spPr>
            <a:xfrm>
              <a:off x="3314" y="6177"/>
              <a:ext cx="2815" cy="1312"/>
            </a:xfrm>
            <a:prstGeom prst="bentConnector3">
              <a:avLst>
                <a:gd name="adj1" fmla="val -71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3183" y="3749"/>
              <a:ext cx="20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Support Set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304" y="6909"/>
              <a:ext cx="18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Query Set</a:t>
              </a:r>
              <a:endParaRPr lang="en-US" altLang="zh-CN"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372" y="2726"/>
              <a:ext cx="0" cy="5735"/>
            </a:xfrm>
            <a:prstGeom prst="line">
              <a:avLst/>
            </a:prstGeom>
            <a:ln w="12700" cmpd="sng">
              <a:solidFill>
                <a:schemeClr val="bg2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圆角矩形 37"/>
            <p:cNvSpPr/>
            <p:nvPr/>
          </p:nvSpPr>
          <p:spPr>
            <a:xfrm>
              <a:off x="10913" y="3627"/>
              <a:ext cx="1950" cy="148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Advantage Correction Head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5915" y="4843"/>
              <a:ext cx="1919" cy="148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Policy Updating Module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5916" y="6498"/>
              <a:ext cx="1918" cy="148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Meta-Loss Calculation Module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3319" y="6585"/>
              <a:ext cx="432" cy="38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+</a:t>
              </a:r>
              <a:endParaRPr lang="en-US" altLang="zh-CN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44" name="直接箭头连接符 43"/>
            <p:cNvCxnSpPr>
              <a:endCxn id="38" idx="1"/>
            </p:cNvCxnSpPr>
            <p:nvPr/>
          </p:nvCxnSpPr>
          <p:spPr>
            <a:xfrm>
              <a:off x="8327" y="4346"/>
              <a:ext cx="2586" cy="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肘形连接符 44"/>
            <p:cNvCxnSpPr/>
            <p:nvPr/>
          </p:nvCxnSpPr>
          <p:spPr>
            <a:xfrm flipV="1">
              <a:off x="8327" y="5091"/>
              <a:ext cx="3273" cy="1880"/>
            </a:xfrm>
            <a:prstGeom prst="bentConnector3">
              <a:avLst>
                <a:gd name="adj1" fmla="val 10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肘形连接符 45"/>
            <p:cNvCxnSpPr/>
            <p:nvPr/>
          </p:nvCxnSpPr>
          <p:spPr>
            <a:xfrm flipV="1">
              <a:off x="8327" y="5124"/>
              <a:ext cx="3792" cy="3029"/>
            </a:xfrm>
            <a:prstGeom prst="bentConnector3">
              <a:avLst>
                <a:gd name="adj1" fmla="val 10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9056" y="3362"/>
              <a:ext cx="14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Context Vector</a:t>
              </a:r>
              <a:endParaRPr lang="en-US" altLang="zh-CN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876" y="7603"/>
              <a:ext cx="189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Raw Advantage</a:t>
              </a:r>
              <a:endParaRPr lang="en-US" altLang="zh-CN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707" y="6037"/>
              <a:ext cx="2206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Current Observation State</a:t>
              </a:r>
              <a:endParaRPr lang="en-US" altLang="zh-CN"/>
            </a:p>
          </p:txBody>
        </p:sp>
        <p:cxnSp>
          <p:nvCxnSpPr>
            <p:cNvPr id="50" name="肘形连接符 49"/>
            <p:cNvCxnSpPr/>
            <p:nvPr/>
          </p:nvCxnSpPr>
          <p:spPr>
            <a:xfrm flipV="1">
              <a:off x="12135" y="6987"/>
              <a:ext cx="1393" cy="1166"/>
            </a:xfrm>
            <a:prstGeom prst="bentConnector3">
              <a:avLst>
                <a:gd name="adj1" fmla="val 10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肘形连接符 50"/>
            <p:cNvCxnSpPr>
              <a:stCxn id="38" idx="3"/>
              <a:endCxn id="42" idx="0"/>
            </p:cNvCxnSpPr>
            <p:nvPr/>
          </p:nvCxnSpPr>
          <p:spPr>
            <a:xfrm>
              <a:off x="12863" y="4371"/>
              <a:ext cx="672" cy="2214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2538" y="3798"/>
              <a:ext cx="329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Correction Term</a:t>
              </a:r>
              <a:endParaRPr lang="en-US" altLang="zh-CN"/>
            </a:p>
          </p:txBody>
        </p:sp>
        <p:cxnSp>
          <p:nvCxnSpPr>
            <p:cNvPr id="53" name="肘形连接符 52"/>
            <p:cNvCxnSpPr>
              <a:stCxn id="42" idx="6"/>
              <a:endCxn id="39" idx="1"/>
            </p:cNvCxnSpPr>
            <p:nvPr/>
          </p:nvCxnSpPr>
          <p:spPr>
            <a:xfrm flipV="1">
              <a:off x="13751" y="5587"/>
              <a:ext cx="2164" cy="1191"/>
            </a:xfrm>
            <a:prstGeom prst="bentConnector3">
              <a:avLst>
                <a:gd name="adj1" fmla="val 11829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肘形连接符 53"/>
            <p:cNvCxnSpPr>
              <a:endCxn id="40" idx="1"/>
            </p:cNvCxnSpPr>
            <p:nvPr/>
          </p:nvCxnSpPr>
          <p:spPr>
            <a:xfrm>
              <a:off x="13998" y="6760"/>
              <a:ext cx="1918" cy="482"/>
            </a:xfrm>
            <a:prstGeom prst="bentConnector3">
              <a:avLst>
                <a:gd name="adj1" fmla="val 208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13999" y="5061"/>
              <a:ext cx="191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Corrected Advantage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544" y="6679"/>
              <a:ext cx="2543" cy="10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/>
                <a:t>Clipping  Normalization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1499235" y="1397000"/>
            <a:ext cx="3108960" cy="4492625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58410" y="3428365"/>
            <a:ext cx="5539105" cy="2461260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193030" y="1522095"/>
            <a:ext cx="3504565" cy="172148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017635" y="1522095"/>
            <a:ext cx="1437005" cy="54991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Support Set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 descr="47a8b9b111c084936e76410ed8e83d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985" y="2104390"/>
            <a:ext cx="2771140" cy="3631565"/>
          </a:xfrm>
          <a:prstGeom prst="rect">
            <a:avLst/>
          </a:prstGeom>
        </p:spPr>
      </p:pic>
      <p:pic>
        <p:nvPicPr>
          <p:cNvPr id="11" name="图片 10" descr="8f550d7ebfe9a36f09a40a7d4d249fb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65" y="3876040"/>
            <a:ext cx="2478405" cy="18599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57350" y="1397635"/>
            <a:ext cx="2771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Weather-conditioned Task Distribution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58410" y="1397000"/>
            <a:ext cx="5539105" cy="1941195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58410" y="3428365"/>
            <a:ext cx="1706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Greenhouse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78500" y="1597660"/>
            <a:ext cx="2332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Agri-MetaRL  Agent</a:t>
            </a:r>
            <a:endParaRPr lang="en-US" altLang="zh-CN" sz="200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476240" y="2104390"/>
            <a:ext cx="1408430" cy="885825"/>
          </a:xfrm>
          <a:prstGeom prst="round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040880" y="2104390"/>
            <a:ext cx="1408430" cy="885825"/>
          </a:xfrm>
          <a:prstGeom prst="round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476240" y="2225040"/>
            <a:ext cx="1408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Recurrent 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Actor-Critic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40880" y="2225040"/>
            <a:ext cx="1408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Meta-Adaptation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肘形连接符 23"/>
          <p:cNvCxnSpPr>
            <a:stCxn id="10" idx="3"/>
            <a:endCxn id="7" idx="1"/>
          </p:cNvCxnSpPr>
          <p:nvPr/>
        </p:nvCxnSpPr>
        <p:spPr>
          <a:xfrm flipV="1">
            <a:off x="4429125" y="2383155"/>
            <a:ext cx="763905" cy="1537335"/>
          </a:xfrm>
          <a:prstGeom prst="bentConnector3">
            <a:avLst>
              <a:gd name="adj1" fmla="val 5004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endCxn id="11" idx="1"/>
          </p:cNvCxnSpPr>
          <p:nvPr/>
        </p:nvCxnSpPr>
        <p:spPr>
          <a:xfrm rot="5400000" flipV="1">
            <a:off x="4611370" y="4134485"/>
            <a:ext cx="866775" cy="475615"/>
          </a:xfrm>
          <a:prstGeom prst="bentConnector2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8" idx="1"/>
          </p:cNvCxnSpPr>
          <p:nvPr/>
        </p:nvCxnSpPr>
        <p:spPr>
          <a:xfrm flipH="1">
            <a:off x="8694420" y="1797050"/>
            <a:ext cx="323215" cy="44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7760970" y="2806065"/>
            <a:ext cx="1799590" cy="1642110"/>
            <a:chOff x="12222" y="4419"/>
            <a:chExt cx="2834" cy="2586"/>
          </a:xfrm>
        </p:grpSpPr>
        <p:cxnSp>
          <p:nvCxnSpPr>
            <p:cNvPr id="29" name="直接连接符 28"/>
            <p:cNvCxnSpPr/>
            <p:nvPr/>
          </p:nvCxnSpPr>
          <p:spPr>
            <a:xfrm flipV="1">
              <a:off x="12222" y="6980"/>
              <a:ext cx="2817" cy="24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/>
            <p:nvPr/>
          </p:nvCxnSpPr>
          <p:spPr>
            <a:xfrm rot="16200000" flipV="1">
              <a:off x="13072" y="5021"/>
              <a:ext cx="2586" cy="1381"/>
            </a:xfrm>
            <a:prstGeom prst="bentConnector3">
              <a:avLst>
                <a:gd name="adj1" fmla="val 100135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7765415" y="2372360"/>
            <a:ext cx="2218690" cy="2799715"/>
            <a:chOff x="12229" y="3736"/>
            <a:chExt cx="3494" cy="4409"/>
          </a:xfrm>
        </p:grpSpPr>
        <p:cxnSp>
          <p:nvCxnSpPr>
            <p:cNvPr id="33" name="直接连接符 32"/>
            <p:cNvCxnSpPr>
              <a:stCxn id="7" idx="3"/>
            </p:cNvCxnSpPr>
            <p:nvPr/>
          </p:nvCxnSpPr>
          <p:spPr>
            <a:xfrm flipV="1">
              <a:off x="13697" y="3736"/>
              <a:ext cx="2008" cy="1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肘形连接符 33"/>
            <p:cNvCxnSpPr/>
            <p:nvPr/>
          </p:nvCxnSpPr>
          <p:spPr>
            <a:xfrm rot="5400000">
              <a:off x="11771" y="4193"/>
              <a:ext cx="4409" cy="3494"/>
            </a:xfrm>
            <a:prstGeom prst="bentConnector3">
              <a:avLst>
                <a:gd name="adj1" fmla="val 99875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7754620" y="3787140"/>
            <a:ext cx="1706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State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(Observation)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760970" y="4432300"/>
            <a:ext cx="170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Reward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760970" y="4836160"/>
            <a:ext cx="1706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Actions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WPS 演示</Application>
  <PresentationFormat>宽屏</PresentationFormat>
  <Paragraphs>62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黑体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谢添臣</dc:creator>
  <cp:lastModifiedBy>谢添臣</cp:lastModifiedBy>
  <cp:revision>11</cp:revision>
  <dcterms:created xsi:type="dcterms:W3CDTF">2023-08-09T12:44:00Z</dcterms:created>
  <dcterms:modified xsi:type="dcterms:W3CDTF">2026-03-15T05:17:52Z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614A33C0CFA940A0BCDDBC43862AA129_12</vt:lpwstr>
  </property>
</Properties>
</file>