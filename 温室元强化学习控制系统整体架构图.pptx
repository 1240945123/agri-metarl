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1499235" y="1397000"/>
            <a:ext cx="3108960" cy="4492625"/>
          </a:xfrm>
          <a:prstGeom prst="roundRect">
            <a:avLst>
              <a:gd name="adj" fmla="val 6680"/>
            </a:avLst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58410" y="3428365"/>
            <a:ext cx="5539105" cy="2461260"/>
          </a:xfrm>
          <a:prstGeom prst="roundRect">
            <a:avLst>
              <a:gd name="adj" fmla="val 6680"/>
            </a:avLst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193030" y="1522095"/>
            <a:ext cx="3504565" cy="172148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9017635" y="1522095"/>
            <a:ext cx="1437005" cy="54991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Support Set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 descr="47a8b9b111c084936e76410ed8e83d4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985" y="2104390"/>
            <a:ext cx="2771140" cy="3631565"/>
          </a:xfrm>
          <a:prstGeom prst="rect">
            <a:avLst/>
          </a:prstGeom>
        </p:spPr>
      </p:pic>
      <p:pic>
        <p:nvPicPr>
          <p:cNvPr id="11" name="图片 10" descr="8f550d7ebfe9a36f09a40a7d4d249fb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65" y="3876040"/>
            <a:ext cx="2478405" cy="18599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657350" y="1397635"/>
            <a:ext cx="27717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Weather-conditioned Task Distribution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058410" y="1397000"/>
            <a:ext cx="5539105" cy="1941195"/>
          </a:xfrm>
          <a:prstGeom prst="roundRect">
            <a:avLst>
              <a:gd name="adj" fmla="val 6680"/>
            </a:avLst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058410" y="3428365"/>
            <a:ext cx="1706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Greenhouse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78500" y="1597660"/>
            <a:ext cx="2332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Agri-MetaRL  Agent</a:t>
            </a:r>
            <a:endParaRPr lang="en-US" altLang="zh-CN" sz="200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476240" y="2104390"/>
            <a:ext cx="1408430" cy="885825"/>
          </a:xfrm>
          <a:prstGeom prst="round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7040880" y="2104390"/>
            <a:ext cx="1408430" cy="885825"/>
          </a:xfrm>
          <a:prstGeom prst="round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476240" y="2225040"/>
            <a:ext cx="1408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Recurrent </a:t>
            </a:r>
            <a:endParaRPr lang="en-US" altLang="zh-CN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Actor-Critic</a:t>
            </a:r>
            <a:endParaRPr lang="en-US" altLang="zh-CN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40880" y="2225040"/>
            <a:ext cx="1408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Meta-Adaptation</a:t>
            </a:r>
            <a:endParaRPr lang="en-US" altLang="zh-CN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肘形连接符 23"/>
          <p:cNvCxnSpPr>
            <a:stCxn id="10" idx="3"/>
            <a:endCxn id="7" idx="1"/>
          </p:cNvCxnSpPr>
          <p:nvPr/>
        </p:nvCxnSpPr>
        <p:spPr>
          <a:xfrm flipV="1">
            <a:off x="4429125" y="2383155"/>
            <a:ext cx="763905" cy="1537335"/>
          </a:xfrm>
          <a:prstGeom prst="bentConnector3">
            <a:avLst>
              <a:gd name="adj1" fmla="val 50042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endCxn id="11" idx="1"/>
          </p:cNvCxnSpPr>
          <p:nvPr/>
        </p:nvCxnSpPr>
        <p:spPr>
          <a:xfrm rot="5400000" flipV="1">
            <a:off x="4611370" y="4134485"/>
            <a:ext cx="866775" cy="475615"/>
          </a:xfrm>
          <a:prstGeom prst="bentConnector2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8" idx="1"/>
          </p:cNvCxnSpPr>
          <p:nvPr/>
        </p:nvCxnSpPr>
        <p:spPr>
          <a:xfrm flipH="1">
            <a:off x="8694420" y="1797050"/>
            <a:ext cx="323215" cy="44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7760970" y="2806065"/>
            <a:ext cx="1799590" cy="1642110"/>
            <a:chOff x="12222" y="4419"/>
            <a:chExt cx="2834" cy="2586"/>
          </a:xfrm>
        </p:grpSpPr>
        <p:cxnSp>
          <p:nvCxnSpPr>
            <p:cNvPr id="29" name="直接连接符 28"/>
            <p:cNvCxnSpPr/>
            <p:nvPr/>
          </p:nvCxnSpPr>
          <p:spPr>
            <a:xfrm flipV="1">
              <a:off x="12222" y="6980"/>
              <a:ext cx="2817" cy="24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肘形连接符 29"/>
            <p:cNvCxnSpPr/>
            <p:nvPr/>
          </p:nvCxnSpPr>
          <p:spPr>
            <a:xfrm rot="16200000" flipV="1">
              <a:off x="13072" y="5021"/>
              <a:ext cx="2586" cy="1381"/>
            </a:xfrm>
            <a:prstGeom prst="bentConnector3">
              <a:avLst>
                <a:gd name="adj1" fmla="val 100135"/>
              </a:avLst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7765415" y="2372360"/>
            <a:ext cx="2218690" cy="2799715"/>
            <a:chOff x="12229" y="3736"/>
            <a:chExt cx="3494" cy="4409"/>
          </a:xfrm>
        </p:grpSpPr>
        <p:cxnSp>
          <p:nvCxnSpPr>
            <p:cNvPr id="33" name="直接连接符 32"/>
            <p:cNvCxnSpPr>
              <a:stCxn id="7" idx="3"/>
            </p:cNvCxnSpPr>
            <p:nvPr/>
          </p:nvCxnSpPr>
          <p:spPr>
            <a:xfrm flipV="1">
              <a:off x="13697" y="3736"/>
              <a:ext cx="2008" cy="17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肘形连接符 33"/>
            <p:cNvCxnSpPr/>
            <p:nvPr/>
          </p:nvCxnSpPr>
          <p:spPr>
            <a:xfrm rot="5400000">
              <a:off x="11771" y="4193"/>
              <a:ext cx="4409" cy="3494"/>
            </a:xfrm>
            <a:prstGeom prst="bentConnector3">
              <a:avLst>
                <a:gd name="adj1" fmla="val 99875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7754620" y="3787140"/>
            <a:ext cx="1706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State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(Observation)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760970" y="4432300"/>
            <a:ext cx="1706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Reward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760970" y="4836160"/>
            <a:ext cx="1706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Actions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演示</Application>
  <PresentationFormat>宽屏</PresentationFormat>
  <Paragraphs>20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谢添臣</cp:lastModifiedBy>
  <cp:revision>157</cp:revision>
  <dcterms:created xsi:type="dcterms:W3CDTF">2019-06-19T02:08:00Z</dcterms:created>
  <dcterms:modified xsi:type="dcterms:W3CDTF">2026-03-15T05:19:43Z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17A9617F002345338DBD22148A431B13_11</vt:lpwstr>
  </property>
</Properties>
</file>